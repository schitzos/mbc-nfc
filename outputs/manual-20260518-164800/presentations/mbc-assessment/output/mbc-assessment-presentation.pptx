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842632232c4ab4" /><Relationship Type="http://schemas.openxmlformats.org/officeDocument/2006/relationships/extended-properties" Target="/docProps/app.xml" Id="Rd5d2ff9c285d431e" /><Relationship Type="http://schemas.openxmlformats.org/officeDocument/2006/relationships/officeDocument" Target="/ppt/presentation.xml" Id="Rca91a570195d45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44ca734e624760"/>
  </p:sldMasterIdLst>
  <p:notesMasterIdLst>
    <p:notesMasterId xmlns:r="http://schemas.openxmlformats.org/officeDocument/2006/relationships" r:id="R86a817f1898d49e4"/>
  </p:notesMasterIdLst>
  <p:sldIdLst>
    <p:sldId xmlns:r="http://schemas.openxmlformats.org/officeDocument/2006/relationships" id="256" r:id="Rfb96800a719842bb"/>
    <p:sldId xmlns:r="http://schemas.openxmlformats.org/officeDocument/2006/relationships" id="257" r:id="Re121a1f0c16f48ad"/>
    <p:sldId xmlns:r="http://schemas.openxmlformats.org/officeDocument/2006/relationships" id="258" r:id="Ra0ecd2bfdd2e40fb"/>
    <p:sldId xmlns:r="http://schemas.openxmlformats.org/officeDocument/2006/relationships" id="259" r:id="R7b2510e4988b4148"/>
    <p:sldId xmlns:r="http://schemas.openxmlformats.org/officeDocument/2006/relationships" id="260" r:id="R0f5b957f5b964a77"/>
    <p:sldId xmlns:r="http://schemas.openxmlformats.org/officeDocument/2006/relationships" id="261" r:id="Rd774e9fb917a4db3"/>
    <p:sldId xmlns:r="http://schemas.openxmlformats.org/officeDocument/2006/relationships" id="262" r:id="R0063cfde9ddd4a2b"/>
    <p:sldId xmlns:r="http://schemas.openxmlformats.org/officeDocument/2006/relationships" id="263" r:id="R8e62f9d1790c4368"/>
    <p:sldId xmlns:r="http://schemas.openxmlformats.org/officeDocument/2006/relationships" id="264" r:id="Rf12dc67cd9a14e26"/>
    <p:sldId xmlns:r="http://schemas.openxmlformats.org/officeDocument/2006/relationships" id="265" r:id="Re0ca20e2d9644f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4ca734e624760" /><Relationship Type="http://schemas.openxmlformats.org/officeDocument/2006/relationships/theme" Target="/ppt/theme/theme1.xml" Id="R13c7dd28ef64423f" /><Relationship Type="http://schemas.openxmlformats.org/officeDocument/2006/relationships/notesMaster" Target="/ppt/notesMasters/notesMaster1.xml" Id="R86a817f1898d49e4" /><Relationship Type="http://schemas.openxmlformats.org/officeDocument/2006/relationships/presProps" Target="/ppt/presProps.xml" Id="R31dd52d46e7545d9" /><Relationship Type="http://schemas.openxmlformats.org/officeDocument/2006/relationships/viewProps" Target="/ppt/viewProps.xml" Id="Rc30091a79b044460" /><Relationship Type="http://schemas.openxmlformats.org/officeDocument/2006/relationships/tableStyles" Target="/ppt/tableStyles.xml" Id="R05a33cdba9024efa" /><Relationship Type="http://schemas.openxmlformats.org/officeDocument/2006/relationships/slide" Target="/ppt/slides/slide1.xml" Id="Rfb96800a719842bb" /><Relationship Type="http://schemas.openxmlformats.org/officeDocument/2006/relationships/slide" Target="/ppt/slides/slide2.xml" Id="Re121a1f0c16f48ad" /><Relationship Type="http://schemas.openxmlformats.org/officeDocument/2006/relationships/slide" Target="/ppt/slides/slide3.xml" Id="Ra0ecd2bfdd2e40fb" /><Relationship Type="http://schemas.openxmlformats.org/officeDocument/2006/relationships/slide" Target="/ppt/slides/slide4.xml" Id="R7b2510e4988b4148" /><Relationship Type="http://schemas.openxmlformats.org/officeDocument/2006/relationships/slide" Target="/ppt/slides/slide5.xml" Id="R0f5b957f5b964a77" /><Relationship Type="http://schemas.openxmlformats.org/officeDocument/2006/relationships/slide" Target="/ppt/slides/slide6.xml" Id="Rd774e9fb917a4db3" /><Relationship Type="http://schemas.openxmlformats.org/officeDocument/2006/relationships/slide" Target="/ppt/slides/slide7.xml" Id="R0063cfde9ddd4a2b" /><Relationship Type="http://schemas.openxmlformats.org/officeDocument/2006/relationships/slide" Target="/ppt/slides/slide8.xml" Id="R8e62f9d1790c4368" /><Relationship Type="http://schemas.openxmlformats.org/officeDocument/2006/relationships/slide" Target="/ppt/slides/slide9.xml" Id="Rf12dc67cd9a14e26" /><Relationship Type="http://schemas.openxmlformats.org/officeDocument/2006/relationships/slide" Target="/ppt/slides/slide10.xml" Id="Re0ca20e2d9644f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91340e9a0bc4c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14d51ebdb74ed7" /><Relationship Type="http://schemas.openxmlformats.org/officeDocument/2006/relationships/notesMaster" Target="/ppt/notesMasters/notesMaster1.xml" Id="Rb7ff877d3dec4b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23812e2c734f10" /><Relationship Type="http://schemas.openxmlformats.org/officeDocument/2006/relationships/notesMaster" Target="/ppt/notesMasters/notesMaster1.xml" Id="R3bb96071a8d549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a3aa0febf643d4" /><Relationship Type="http://schemas.openxmlformats.org/officeDocument/2006/relationships/notesMaster" Target="/ppt/notesMasters/notesMaster1.xml" Id="Rb39dbe07165440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ec47c1bdf54f45" /><Relationship Type="http://schemas.openxmlformats.org/officeDocument/2006/relationships/notesMaster" Target="/ppt/notesMasters/notesMaster1.xml" Id="R8773e65f8bae45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537c1d69de4a02" /><Relationship Type="http://schemas.openxmlformats.org/officeDocument/2006/relationships/notesMaster" Target="/ppt/notesMasters/notesMaster1.xml" Id="R8534278e57974a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f0f64a2b42486d" /><Relationship Type="http://schemas.openxmlformats.org/officeDocument/2006/relationships/notesMaster" Target="/ppt/notesMasters/notesMaster1.xml" Id="Re7a9f35e01d64c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61efc6166b4d28" /><Relationship Type="http://schemas.openxmlformats.org/officeDocument/2006/relationships/notesMaster" Target="/ppt/notesMasters/notesMaster1.xml" Id="R29b1b1d8b8fa49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ea23de10414060" /><Relationship Type="http://schemas.openxmlformats.org/officeDocument/2006/relationships/notesMaster" Target="/ppt/notesMasters/notesMaster1.xml" Id="R7e3d3c537ddb4b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e07b4f434841ff" /><Relationship Type="http://schemas.openxmlformats.org/officeDocument/2006/relationships/notesMaster" Target="/ppt/notesMasters/notesMaster1.xml" Id="R3f63d656295d42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a485366b694428" /><Relationship Type="http://schemas.openxmlformats.org/officeDocument/2006/relationships/notesMaster" Target="/ppt/notesMasters/notesMaster1.xml" Id="R13378e7f621c40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c0fe650e940e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810d226333a4b3a" /><Relationship Type="http://schemas.openxmlformats.org/officeDocument/2006/relationships/slideLayout" Target="/ppt/slideLayouts/slideLayout2.xml" Id="Rfd0762beb74c4b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0762beb74c4b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857626115e4cf1" /><Relationship Type="http://schemas.openxmlformats.org/officeDocument/2006/relationships/image" Target="/ppt/media/image.png" Id="R910f8bbad072464c" /><Relationship Type="http://schemas.openxmlformats.org/officeDocument/2006/relationships/image" Target="/ppt/media/image2.png" Id="R4a14b1f5d2084089" /><Relationship Type="http://schemas.openxmlformats.org/officeDocument/2006/relationships/image" Target="/ppt/media/image3.png" Id="R4a6bece043954f4a" /><Relationship Type="http://schemas.openxmlformats.org/officeDocument/2006/relationships/notesSlide" Target="/ppt/notesSlides/notesSlide1.xml" Id="R86b9771587894e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3d68b150f740c8" /><Relationship Type="http://schemas.openxmlformats.org/officeDocument/2006/relationships/image" Target="/ppt/media/image4.png" Id="R329e0bf97c7f4d00" /><Relationship Type="http://schemas.openxmlformats.org/officeDocument/2006/relationships/image" Target="/ppt/media/image.svg" Id="R90a673d7b0e34b90" /><Relationship Type="http://schemas.openxmlformats.org/officeDocument/2006/relationships/image" Target="/ppt/media/image5.png" Id="Raeede9df7aea42d4" /><Relationship Type="http://schemas.openxmlformats.org/officeDocument/2006/relationships/image" Target="/ppt/media/image2.svg" Id="Rfc28d62e369b4a4b" /><Relationship Type="http://schemas.openxmlformats.org/officeDocument/2006/relationships/image" Target="/ppt/media/image6.png" Id="R2cf58fc7225b49b4" /><Relationship Type="http://schemas.openxmlformats.org/officeDocument/2006/relationships/image" Target="/ppt/media/image3.svg" Id="R06bf032aba8e4e51" /><Relationship Type="http://schemas.openxmlformats.org/officeDocument/2006/relationships/image" Target="/ppt/media/image7.png" Id="R7531df909d3d485f" /><Relationship Type="http://schemas.openxmlformats.org/officeDocument/2006/relationships/image" Target="/ppt/media/image4.svg" Id="R2a57b80812544e8a" /><Relationship Type="http://schemas.openxmlformats.org/officeDocument/2006/relationships/image" Target="/ppt/media/image8.png" Id="Re559e4fd0130482f" /><Relationship Type="http://schemas.openxmlformats.org/officeDocument/2006/relationships/image" Target="/ppt/media/image5.svg" Id="R7cb05246ead54174" /><Relationship Type="http://schemas.openxmlformats.org/officeDocument/2006/relationships/image" Target="/ppt/media/image9.png" Id="Rfda89b304f93478a" /><Relationship Type="http://schemas.openxmlformats.org/officeDocument/2006/relationships/image" Target="/ppt/media/image6.svg" Id="R6e315eeb79f64382" /><Relationship Type="http://schemas.openxmlformats.org/officeDocument/2006/relationships/image" Target="/ppt/media/image10.png" Id="Rc15296fba2cb4af9" /><Relationship Type="http://schemas.openxmlformats.org/officeDocument/2006/relationships/notesSlide" Target="/ppt/notesSlides/notesSlide2.xml" Id="R7e3156e33f3c4c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0b93037d184760" /><Relationship Type="http://schemas.openxmlformats.org/officeDocument/2006/relationships/image" Target="/ppt/media/image11.png" Id="Rbd50dce1f20b4cf7" /><Relationship Type="http://schemas.openxmlformats.org/officeDocument/2006/relationships/image" Target="/ppt/media/image12.png" Id="R9f03479672cd457b" /><Relationship Type="http://schemas.openxmlformats.org/officeDocument/2006/relationships/image" Target="/ppt/media/image7.svg" Id="R3bf7b99219104cf2" /><Relationship Type="http://schemas.openxmlformats.org/officeDocument/2006/relationships/image" Target="/ppt/media/image13.png" Id="R87b780afb2644b61" /><Relationship Type="http://schemas.openxmlformats.org/officeDocument/2006/relationships/image" Target="/ppt/media/image8.svg" Id="R7127d9ca60194aa3" /><Relationship Type="http://schemas.openxmlformats.org/officeDocument/2006/relationships/image" Target="/ppt/media/image14.png" Id="R449bcb2fc5d84756" /><Relationship Type="http://schemas.openxmlformats.org/officeDocument/2006/relationships/image" Target="/ppt/media/image9.svg" Id="R0813ca9e2d704342" /><Relationship Type="http://schemas.openxmlformats.org/officeDocument/2006/relationships/image" Target="/ppt/media/image15.png" Id="R39127efd583a4630" /><Relationship Type="http://schemas.openxmlformats.org/officeDocument/2006/relationships/image" Target="/ppt/media/image10.svg" Id="R7d0e80624e0243d4" /><Relationship Type="http://schemas.openxmlformats.org/officeDocument/2006/relationships/image" Target="/ppt/media/image16.png" Id="Rc15c521a418b4e5c" /><Relationship Type="http://schemas.openxmlformats.org/officeDocument/2006/relationships/image" Target="/ppt/media/image11.svg" Id="R94e2515259c64a2c" /><Relationship Type="http://schemas.openxmlformats.org/officeDocument/2006/relationships/image" Target="/ppt/media/image17.png" Id="R28ffc93d1dfa49c4" /><Relationship Type="http://schemas.openxmlformats.org/officeDocument/2006/relationships/image" Target="/ppt/media/image12.svg" Id="Rf4c1b7fa66cc459c" /><Relationship Type="http://schemas.openxmlformats.org/officeDocument/2006/relationships/image" Target="/ppt/media/image18.png" Id="Reb250847d3274ec4" /><Relationship Type="http://schemas.openxmlformats.org/officeDocument/2006/relationships/image" Target="/ppt/media/image13.svg" Id="R30beac9432494650" /><Relationship Type="http://schemas.openxmlformats.org/officeDocument/2006/relationships/image" Target="/ppt/media/image19.png" Id="R2254cfcff31a42fc" /><Relationship Type="http://schemas.openxmlformats.org/officeDocument/2006/relationships/image" Target="/ppt/media/image14.svg" Id="R9dbb2bbca3e54e48" /><Relationship Type="http://schemas.openxmlformats.org/officeDocument/2006/relationships/notesSlide" Target="/ppt/notesSlides/notesSlide3.xml" Id="Rdb5e9f774f134c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56870c99b64d1f" /><Relationship Type="http://schemas.openxmlformats.org/officeDocument/2006/relationships/image" Target="/ppt/media/image20.png" Id="R2af6ab956ad649d7" /><Relationship Type="http://schemas.openxmlformats.org/officeDocument/2006/relationships/image" Target="/ppt/media/image21.png" Id="R2a6a0ddbce554ac9" /><Relationship Type="http://schemas.openxmlformats.org/officeDocument/2006/relationships/image" Target="/ppt/media/image22.png" Id="Re801839792e14770" /><Relationship Type="http://schemas.openxmlformats.org/officeDocument/2006/relationships/image" Target="/ppt/media/image23.png" Id="Re81eb9b0e29f4528" /><Relationship Type="http://schemas.openxmlformats.org/officeDocument/2006/relationships/image" Target="/ppt/media/image24.png" Id="Rd373f0326fa84d5b" /><Relationship Type="http://schemas.openxmlformats.org/officeDocument/2006/relationships/notesSlide" Target="/ppt/notesSlides/notesSlide4.xml" Id="R739fc58614fb40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346df9064b412f" /><Relationship Type="http://schemas.openxmlformats.org/officeDocument/2006/relationships/image" Target="/ppt/media/image25.png" Id="R8e37db13d22748b8" /><Relationship Type="http://schemas.openxmlformats.org/officeDocument/2006/relationships/image" Target="/ppt/media/image15.svg" Id="R0646211ddd0b471f" /><Relationship Type="http://schemas.openxmlformats.org/officeDocument/2006/relationships/image" Target="/ppt/media/image26.png" Id="Rd86bd06882a34bb8" /><Relationship Type="http://schemas.openxmlformats.org/officeDocument/2006/relationships/image" Target="/ppt/media/image16.svg" Id="R8a19b61418d141a5" /><Relationship Type="http://schemas.openxmlformats.org/officeDocument/2006/relationships/image" Target="/ppt/media/image27.png" Id="R1fc395c3c6b44dac" /><Relationship Type="http://schemas.openxmlformats.org/officeDocument/2006/relationships/image" Target="/ppt/media/image17.svg" Id="R2c308d0b92e24e0d" /><Relationship Type="http://schemas.openxmlformats.org/officeDocument/2006/relationships/image" Target="/ppt/media/image28.png" Id="Rfbabd4cf5ecb4b55" /><Relationship Type="http://schemas.openxmlformats.org/officeDocument/2006/relationships/image" Target="/ppt/media/image18.svg" Id="Re333aea46e6044f9" /><Relationship Type="http://schemas.openxmlformats.org/officeDocument/2006/relationships/image" Target="/ppt/media/image29.png" Id="Rce0edee17b0441d2" /><Relationship Type="http://schemas.openxmlformats.org/officeDocument/2006/relationships/image" Target="/ppt/media/image19.svg" Id="R717f6dba82294501" /><Relationship Type="http://schemas.openxmlformats.org/officeDocument/2006/relationships/image" Target="/ppt/media/image30.png" Id="Reb1d45ab67b74405" /><Relationship Type="http://schemas.openxmlformats.org/officeDocument/2006/relationships/image" Target="/ppt/media/image20.svg" Id="Radd391df4e294d61" /><Relationship Type="http://schemas.openxmlformats.org/officeDocument/2006/relationships/image" Target="/ppt/media/image31.png" Id="R6ed0ca648d724559" /><Relationship Type="http://schemas.openxmlformats.org/officeDocument/2006/relationships/image" Target="/ppt/media/image21.svg" Id="R28ebefecbf0b48ee" /><Relationship Type="http://schemas.openxmlformats.org/officeDocument/2006/relationships/image" Target="/ppt/media/image32.png" Id="R0fc7b1b93f6842fb" /><Relationship Type="http://schemas.openxmlformats.org/officeDocument/2006/relationships/image" Target="/ppt/media/image22.svg" Id="R565e1439950a4c3c" /><Relationship Type="http://schemas.openxmlformats.org/officeDocument/2006/relationships/image" Target="/ppt/media/image33.png" Id="Rf880bbdecef7413f" /><Relationship Type="http://schemas.openxmlformats.org/officeDocument/2006/relationships/image" Target="/ppt/media/image23.svg" Id="R7af5edd4e97e499b" /><Relationship Type="http://schemas.openxmlformats.org/officeDocument/2006/relationships/image" Target="/ppt/media/image34.png" Id="R1d05cd0b6594429b" /><Relationship Type="http://schemas.openxmlformats.org/officeDocument/2006/relationships/image" Target="/ppt/media/image24.svg" Id="R46f2bec0ab914a30" /><Relationship Type="http://schemas.openxmlformats.org/officeDocument/2006/relationships/image" Target="/ppt/media/image35.png" Id="Rb6c77e22387f497a" /><Relationship Type="http://schemas.openxmlformats.org/officeDocument/2006/relationships/image" Target="/ppt/media/image25.svg" Id="R709847ea94064b11" /><Relationship Type="http://schemas.openxmlformats.org/officeDocument/2006/relationships/image" Target="/ppt/media/image36.png" Id="R207f499be8964db1" /><Relationship Type="http://schemas.openxmlformats.org/officeDocument/2006/relationships/image" Target="/ppt/media/image26.svg" Id="Rcdf8f5ff4dde4305" /><Relationship Type="http://schemas.openxmlformats.org/officeDocument/2006/relationships/image" Target="/ppt/media/image37.png" Id="R1c96b4995ccb4ba5" /><Relationship Type="http://schemas.openxmlformats.org/officeDocument/2006/relationships/notesSlide" Target="/ppt/notesSlides/notesSlide5.xml" Id="R7eae982d305c44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f91a4280164def" /><Relationship Type="http://schemas.openxmlformats.org/officeDocument/2006/relationships/notesSlide" Target="/ppt/notesSlides/notesSlide6.xml" Id="Rdbfa121b113d4a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f84cc191544e3a" /><Relationship Type="http://schemas.openxmlformats.org/officeDocument/2006/relationships/image" Target="/ppt/media/image38.png" Id="Rbdf54e7707004a5a" /><Relationship Type="http://schemas.openxmlformats.org/officeDocument/2006/relationships/image" Target="/ppt/media/image27.svg" Id="R06ebec11b0fa425d" /><Relationship Type="http://schemas.openxmlformats.org/officeDocument/2006/relationships/image" Target="/ppt/media/image39.png" Id="R833feb5849824c58" /><Relationship Type="http://schemas.openxmlformats.org/officeDocument/2006/relationships/image" Target="/ppt/media/image28.svg" Id="R1d593fe187f84b7c" /><Relationship Type="http://schemas.openxmlformats.org/officeDocument/2006/relationships/image" Target="/ppt/media/image40.png" Id="R33bbbf9f0d204d65" /><Relationship Type="http://schemas.openxmlformats.org/officeDocument/2006/relationships/image" Target="/ppt/media/image29.svg" Id="R5ddaf3386cf74c13" /><Relationship Type="http://schemas.openxmlformats.org/officeDocument/2006/relationships/notesSlide" Target="/ppt/notesSlides/notesSlide7.xml" Id="Re988e9b7f3b84a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0ca7756ce445b0" /><Relationship Type="http://schemas.openxmlformats.org/officeDocument/2006/relationships/image" Target="/ppt/media/image41.png" Id="Re3469e6ef23b4d69" /><Relationship Type="http://schemas.openxmlformats.org/officeDocument/2006/relationships/image" Target="/ppt/media/image30.svg" Id="Rf345bc177d6c4a90" /><Relationship Type="http://schemas.openxmlformats.org/officeDocument/2006/relationships/image" Target="/ppt/media/image42.png" Id="Rcf050ccc090d4a45" /><Relationship Type="http://schemas.openxmlformats.org/officeDocument/2006/relationships/image" Target="/ppt/media/image31.svg" Id="R1e9fd50e26cb4b30" /><Relationship Type="http://schemas.openxmlformats.org/officeDocument/2006/relationships/image" Target="/ppt/media/image43.png" Id="Rc46f245396b54485" /><Relationship Type="http://schemas.openxmlformats.org/officeDocument/2006/relationships/image" Target="/ppt/media/image32.svg" Id="Rd083400e6b5d4536" /><Relationship Type="http://schemas.openxmlformats.org/officeDocument/2006/relationships/image" Target="/ppt/media/image44.png" Id="R83bab6bb2e0c461a" /><Relationship Type="http://schemas.openxmlformats.org/officeDocument/2006/relationships/image" Target="/ppt/media/image33.svg" Id="R8a50e287a79b4310" /><Relationship Type="http://schemas.openxmlformats.org/officeDocument/2006/relationships/image" Target="/ppt/media/image45.png" Id="R388f1fa35c2e4d6d" /><Relationship Type="http://schemas.openxmlformats.org/officeDocument/2006/relationships/image" Target="/ppt/media/image34.svg" Id="Ra15c5fa5edfa475c" /><Relationship Type="http://schemas.openxmlformats.org/officeDocument/2006/relationships/image" Target="/ppt/media/image46.png" Id="R8347f95bfe344ddb" /><Relationship Type="http://schemas.openxmlformats.org/officeDocument/2006/relationships/image" Target="/ppt/media/image35.svg" Id="R2c48ecafc9e24695" /><Relationship Type="http://schemas.openxmlformats.org/officeDocument/2006/relationships/notesSlide" Target="/ppt/notesSlides/notesSlide8.xml" Id="R46fc77544ddd49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7f6d0df310480e" /><Relationship Type="http://schemas.openxmlformats.org/officeDocument/2006/relationships/image" Target="/ppt/media/image47.png" Id="Rf37a8a2748114f12" /><Relationship Type="http://schemas.openxmlformats.org/officeDocument/2006/relationships/image" Target="/ppt/media/image36.svg" Id="Rd94699062b674762" /><Relationship Type="http://schemas.openxmlformats.org/officeDocument/2006/relationships/image" Target="/ppt/media/image48.png" Id="Rdafb245b02544b0a" /><Relationship Type="http://schemas.openxmlformats.org/officeDocument/2006/relationships/image" Target="/ppt/media/image37.svg" Id="Re72bc0b2a2784ccc" /><Relationship Type="http://schemas.openxmlformats.org/officeDocument/2006/relationships/image" Target="/ppt/media/image49.png" Id="R7257309928c14bd7" /><Relationship Type="http://schemas.openxmlformats.org/officeDocument/2006/relationships/image" Target="/ppt/media/image38.svg" Id="R1bd511fb4a934081" /><Relationship Type="http://schemas.openxmlformats.org/officeDocument/2006/relationships/image" Target="/ppt/media/image50.png" Id="R51c23877e4884030" /><Relationship Type="http://schemas.openxmlformats.org/officeDocument/2006/relationships/image" Target="/ppt/media/image39.svg" Id="R6249835d2b5544d3" /><Relationship Type="http://schemas.openxmlformats.org/officeDocument/2006/relationships/image" Target="/ppt/media/image51.png" Id="R33a8a16fa3bc4538" /><Relationship Type="http://schemas.openxmlformats.org/officeDocument/2006/relationships/image" Target="/ppt/media/image40.svg" Id="Rf0c920b13eff428c" /><Relationship Type="http://schemas.openxmlformats.org/officeDocument/2006/relationships/image" Target="/ppt/media/image52.png" Id="R3b5335f0f5c147bc" /><Relationship Type="http://schemas.openxmlformats.org/officeDocument/2006/relationships/image" Target="/ppt/media/image41.svg" Id="Ree6dce7ae7fe488c" /><Relationship Type="http://schemas.openxmlformats.org/officeDocument/2006/relationships/image" Target="/ppt/media/image53.png" Id="Rb71f8367cc854837" /><Relationship Type="http://schemas.openxmlformats.org/officeDocument/2006/relationships/image" Target="/ppt/media/image42.svg" Id="R431a3d929c694f2b" /><Relationship Type="http://schemas.openxmlformats.org/officeDocument/2006/relationships/notesSlide" Target="/ppt/notesSlides/notesSlide9.xml" Id="R9bf0820095624f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96d6dc3aeb4bee" /><Relationship Type="http://schemas.openxmlformats.org/officeDocument/2006/relationships/image" Target="/ppt/media/image54.png" Id="R24a023d0dacc475d" /><Relationship Type="http://schemas.openxmlformats.org/officeDocument/2006/relationships/notesSlide" Target="/ppt/notesSlides/notesSlide10.xml" Id="Raf6e9da7049143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19209-0963-4FA6-9A91-D949EFC9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BE25F-B594-4C27-B7CD-ECB5279E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5463C-EDF5-4BCB-B05B-C5516C70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23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B44CC-4C3C-4FA4-8972-1C08EE22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f8bbad072464c"/>
          <a:stretch xmlns:a="http://schemas.openxmlformats.org/drawingml/2006/main"/>
        </p:blipFill>
        <p:spPr>
          <a:xfrm xmlns:a="http://schemas.openxmlformats.org/drawingml/2006/main">
            <a:off x="552450" y="5143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9BE84-8B04-44BE-938E-6B2B9DCE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MEMBERSHIP BENEFIT CARD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A3CD5-78DD-4AA2-8661-1A07C806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9CA3AF"/>
                </a:solidFill>
                <a:latin typeface="Avenir Next"/>
                <a:ea typeface="Avenir Next"/>
                <a:cs typeface="Avenir Next"/>
              </a:rPr>
              <a:t>Assessment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BF5FF-9960-4596-BE06-03D6559F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0025"/>
                </a:solidFill>
                <a:latin typeface="Avenir Next"/>
                <a:ea typeface="Avenir Next"/>
                <a:cs typeface="Avenir Next"/>
              </a:defRPr>
            </a:pPr>
            <a:r>
              <a:rPr sz="5850" b="1">
                <a:solidFill>
                  <a:srgbClr val="FF0025"/>
                </a:solidFill>
                <a:latin typeface="Avenir Next"/>
                <a:ea typeface="Avenir Next"/>
                <a:cs typeface="Avenir Next"/>
              </a:rPr>
              <a:t>MBC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1F68E-87E0-4CD3-806B-487D8679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581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One app.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Four roles.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Zero internet.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D320F-20A2-46B0-A003-7A15A17C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Offline-first NFC membership card for a village cooperative.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C56DE-4242-45A7-AC2B-7E936A86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A7CE5-AE87-4489-B34E-49B7D4C5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A274F-E661-4BDF-AEDC-E2F87047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operational 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65367-097A-4F1B-BB83-F45E3BB4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197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ADA72-E0DD-45C6-A3B3-F2B495CF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911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362B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8B036-25AA-4071-8FD9-0718B2BE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753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encrypted payload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81FEB-5C44-4FDB-B1EC-B32CAFD0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BCF41-6655-4257-96B6-6EEBA472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911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444+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73481-992D-4171-BBDB-2334E30D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753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automated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5E7B0-7FF6-489D-8DBA-39D3897B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09600"/>
            <a:ext cx="2971800" cy="62103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FF002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9D443-D740-4016-8A87-B7C9644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85800"/>
            <a:ext cx="2819400" cy="60579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4b1f5d2084089"/>
          <a:stretch xmlns:a="http://schemas.openxmlformats.org/drawingml/2006/main"/>
        </p:blipFill>
        <p:spPr>
          <a:xfrm xmlns:a="http://schemas.openxmlformats.org/drawingml/2006/main">
            <a:off x="7792915" y="704850"/>
            <a:ext cx="2778369" cy="60198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D49FF3-CB79-4508-AB45-7D7D5612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14425"/>
            <a:ext cx="190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9A4EC-24D6-4D0B-975F-19E71A56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43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bece043954f4a"/>
          <a:stretch xmlns:a="http://schemas.openxmlformats.org/drawingml/2006/main"/>
        </p:blipFill>
        <p:spPr>
          <a:xfrm xmlns:a="http://schemas.openxmlformats.org/drawingml/2006/main">
            <a:off x="6096000" y="52197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65020-9B07-4373-A77D-ED5A2DFA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5781CB-2573-440F-8ABA-DA3D2E40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rPr>
              <a:t>Source: docs/PRESENTATION.md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49D6C3-31F6-4589-93A8-356A010A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01210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E60B04-0046-412A-9B51-428C6604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8C3CC-E5FD-4E60-AACB-F510FA6F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5AFAE-8BDA-4EBD-BDE0-9BB8438E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Offline core">
            <a:extLst xmlns:a="http://schemas.openxmlformats.org/drawingml/2006/main">
              <a:ext uri="{FF2B5EF4-FFF2-40B4-BE49-F238E27FC236}">
                <a16:creationId xmlns:a16="http://schemas.microsoft.com/office/drawing/2014/main" id="{D9817845-03F7-4F18-B363-D6F4F37C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OFFLINE 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DC330-A3E6-40DA-91BA-91959014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When internet fails, the card remains the system of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C4C38-52DD-4718-91D3-0F838058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2609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e0bf97c7f4d00">
            <a:extLst>
              <a:ext uri="{96DAC541-7B7A-43D3-8B79-37D633B846F1}">
                <asvg:svgBlip xmlns:asvg="http://schemas.microsoft.com/office/drawing/2016/SVG/main" r:embed="R90a673d7b0e34b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800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C419F-62D3-45C2-89EA-59DCE42A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Phone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330A8-156E-4325-86EC-F815A6CA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reads and writes by NFC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23DC9-01EE-470A-8E29-07F68694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956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de9df7aea42d4">
            <a:extLst>
              <a:ext uri="{96DAC541-7B7A-43D3-8B79-37D633B846F1}">
                <asvg:svgBlip xmlns:asvg="http://schemas.microsoft.com/office/drawing/2016/SVG/main" r:embed="Rfc28d62e369b4a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57625" y="29908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5886C-6B6C-46FD-87C3-2A56AED7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09850"/>
            <a:ext cx="2609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0025"/>
          </a:solidFill>
          <a:ln xmlns:a="http://schemas.openxmlformats.org/drawingml/2006/main" w="11430">
            <a:solidFill>
              <a:srgbClr val="FF002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58fc7225b49b4">
            <a:extLst>
              <a:ext uri="{96DAC541-7B7A-43D3-8B79-37D633B846F1}">
                <asvg:svgBlip xmlns:asvg="http://schemas.microsoft.com/office/drawing/2016/SVG/main" r:embed="R06bf032aba8e4e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00550" y="2800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A5CD3-6675-4D5E-8C79-88B200A3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24150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NTAG215 card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48153-ED9A-4A26-8D6C-A56585D3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432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portable member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9C39E-F127-472F-93E9-14085C2D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956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1df909d3d485f">
            <a:extLst>
              <a:ext uri="{96DAC541-7B7A-43D3-8B79-37D633B846F1}">
                <asvg:svgBlip xmlns:asvg="http://schemas.microsoft.com/office/drawing/2016/SVG/main" r:embed="R2a57b80812544e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62825" y="29908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D4C6F-84E7-48CE-91C9-BC1A0AFC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98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9e4fd0130482f">
            <a:extLst>
              <a:ext uri="{96DAC541-7B7A-43D3-8B79-37D633B846F1}">
                <asvg:svgBlip xmlns:asvg="http://schemas.microsoft.com/office/drawing/2016/SVG/main" r:embed="R7cb05246ead541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05750" y="2800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0D7FC-83F5-44C1-95DD-34E80186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SQLite ledger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13BAE-B4C1-49D1-B379-796DA7BC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device-only audit trail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F533E-6F7D-45AD-8982-3B410A0D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8477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89b304f93478a">
            <a:extLst>
              <a:ext uri="{96DAC541-7B7A-43D3-8B79-37D633B846F1}">
                <asvg:svgBlip xmlns:asvg="http://schemas.microsoft.com/office/drawing/2016/SVG/main" r:embed="R6e315eeb79f643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46672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F9DF8-8D2F-49F9-96FC-0912A447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 backend dependency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F9078-EC2B-47AF-8836-DFC7B2A2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053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Register, top-up, check-in, check-out, and inspect keep working with the network off.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13CB22-09C3-4C07-A4A4-37293D31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657350"/>
            <a:ext cx="1543050" cy="312420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D37AE6-8E3E-4865-AD7B-33B36682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733550"/>
            <a:ext cx="1390650" cy="29718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296fba2cb4af9"/>
          <a:stretch xmlns:a="http://schemas.openxmlformats.org/drawingml/2006/main"/>
        </p:blipFill>
        <p:spPr>
          <a:xfrm xmlns:a="http://schemas.openxmlformats.org/drawingml/2006/main">
            <a:off x="10363200" y="1754188"/>
            <a:ext cx="1352550" cy="293052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B1FAF6-2A22-44DF-8F15-36DA4E96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8577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Station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4AED14-A75F-4142-A907-8C205DBA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57850"/>
            <a:ext cx="1562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9A551A-261D-4651-BFF6-023277C7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7245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CARD = TRUTH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D31C98-252C-47FE-9F97-FFE2AA4D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57850"/>
            <a:ext cx="1638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4A4C6A-1735-43E8-A538-03E053DD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7245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APP = OPERATOR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9DF612-EF4A-4E83-9547-831070E0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57850"/>
            <a:ext cx="1619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F33296-969D-49E8-9091-6E716AB8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245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LEDGER = AUDIT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9099EB-95E2-49B4-A47F-29CAD416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F8F6CA-26D5-4A52-BBEC-68CBB857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rPr>
              <a:t>Membership Benefit Card assessment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CD3CDE-FEF4-4668-9FA1-7CC44F30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19427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90A61B-DB4C-4E0B-A813-BB320C0C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770C2-00B5-47C2-A265-AEB31303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61FDA-659B-4CDA-BF16-7ADC755D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23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B4A16-4DDA-410C-ABC6-2ABD56D2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-Role model">
            <a:extLst xmlns:a="http://schemas.openxmlformats.org/drawingml/2006/main">
              <a:ext uri="{FF2B5EF4-FFF2-40B4-BE49-F238E27FC236}">
                <a16:creationId xmlns:a16="http://schemas.microsoft.com/office/drawing/2014/main" id="{08010BFB-570F-42CB-A34D-AB01A46E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ROLE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CF7BD-372B-4193-B288-856E0A28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Four roles cover the full parking cycle without role-specific apps.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E2D53-176F-4408-AA18-99C79C20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66750"/>
            <a:ext cx="2228850" cy="461010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FF002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80D67-807D-41B7-BE25-8023D92E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42950"/>
            <a:ext cx="2076450" cy="445770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0dce1f20b4cf7"/>
          <a:stretch xmlns:a="http://schemas.openxmlformats.org/drawingml/2006/main"/>
        </p:blipFill>
        <p:spPr>
          <a:xfrm xmlns:a="http://schemas.openxmlformats.org/drawingml/2006/main">
            <a:off x="8763000" y="763588"/>
            <a:ext cx="2038350" cy="44164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0BBBD-30A3-41CA-8FD9-2B290535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530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One app entry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B6013-DC6A-476C-92DA-17221C32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0025"/>
          </a:solidFill>
          <a:ln xmlns:a="http://schemas.openxmlformats.org/drawingml/2006/main" w="11430">
            <a:solidFill>
              <a:srgbClr val="FF0025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3479672cd457b">
            <a:extLst>
              <a:ext uri="{96DAC541-7B7A-43D3-8B79-37D633B846F1}">
                <asvg:svgBlip xmlns:asvg="http://schemas.microsoft.com/office/drawing/2016/SVG/main" r:embed="R3bf7b99219104c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628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A564B-731E-4C7B-BDA0-62F0DEB0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CE8FF-B6B0-4244-9BC3-B2E1D6B8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Register + top-up + ledger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7B0D6-AF0E-4EED-B0B2-A705CA6D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3840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780afb2644b61">
            <a:extLst>
              <a:ext uri="{96DAC541-7B7A-43D3-8B79-37D633B846F1}">
                <asvg:svgBlip xmlns:asvg="http://schemas.microsoft.com/office/drawing/2016/SVG/main" r:embed="R7127d9ca60194a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10000" y="2628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A0A4F-F1F0-4D6A-B27E-3E453BA7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527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CF9BA-3FBF-4D83-A7F2-1C493CC3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Write entry timestamp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54CF1-5ECD-4A86-9116-6337E363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bcb2fc5d84756">
            <a:extLst>
              <a:ext uri="{96DAC541-7B7A-43D3-8B79-37D633B846F1}">
                <asvg:svgBlip xmlns:asvg="http://schemas.microsoft.com/office/drawing/2016/SVG/main" r:embed="R0813ca9e2d7043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96050" y="2628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5D102-4F80-4520-81E9-9FF5CDF2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Terminal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DEF7D-2A4A-4763-BFBB-44A0C857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71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Calculate fee + deduct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899D4-6A82-4502-840E-541C9108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005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27efd583a4630">
            <a:extLst>
              <a:ext uri="{96DAC541-7B7A-43D3-8B79-37D633B846F1}">
                <asvg:svgBlip xmlns:asvg="http://schemas.microsoft.com/office/drawing/2016/SVG/main" r:embed="R7d0e80624e0243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10000" y="45910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FCC521-E317-4AA8-8366-1EDB2F7D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1485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Scout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AC9E36-B96C-407E-A45E-03B34EC6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33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Read-only inspection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69200D-FB3B-4DA8-B886-53DF1A6D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c521a418b4e5c">
            <a:extLst>
              <a:ext uri="{96DAC541-7B7A-43D3-8B79-37D633B846F1}">
                <asvg:svgBlip xmlns:asvg="http://schemas.microsoft.com/office/drawing/2016/SVG/main" r:embed="R94e2515259c64a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19475" y="2809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D8A496-EF1B-4C3D-8AD9-0DBB40D1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146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fc93d1dfa49c4">
            <a:extLst>
              <a:ext uri="{96DAC541-7B7A-43D3-8B79-37D633B846F1}">
                <asvg:svgBlip xmlns:asvg="http://schemas.microsoft.com/office/drawing/2016/SVG/main" r:embed="Rf4c1b7fa66cc45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2809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A926FC-97BD-45F5-A7A7-C37BB308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9090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50847d3274ec4">
            <a:extLst>
              <a:ext uri="{96DAC541-7B7A-43D3-8B79-37D633B846F1}">
                <asvg:svgBlip xmlns:asvg="http://schemas.microsoft.com/office/drawing/2016/SVG/main" r:embed="R30beac94324946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00925" y="40576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874DF4-4E27-4C34-9F69-73FBC530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4cfcff31a42fc">
            <a:extLst>
              <a:ext uri="{96DAC541-7B7A-43D3-8B79-37D633B846F1}">
                <asvg:svgBlip xmlns:asvg="http://schemas.microsoft.com/office/drawing/2016/SVG/main" r:embed="R9dbb2bbca3e54e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52975" y="417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A58303-33B6-4036-8D13-5B369FCF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Ledger writes only where audit matters: Station and Terminal.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5A53E5-3A75-4386-BF56-439914CA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797CB1-65C3-4C3E-8DE7-A4ECC948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rPr>
              <a:t>Membership Benefit Card assessment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F122F6-0225-4E72-BB92-06514254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8452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BCC8C4-74B3-4D1C-8C88-185CFBD7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B4348-3095-4E63-B011-FCA61D81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72D33-79A8-49DF-A076-D8362BE6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Demo cycle">
            <a:extLst xmlns:a="http://schemas.openxmlformats.org/drawingml/2006/main">
              <a:ext uri="{FF2B5EF4-FFF2-40B4-BE49-F238E27FC236}">
                <a16:creationId xmlns:a16="http://schemas.microsoft.com/office/drawing/2014/main" id="{766F5B1E-A64E-47D9-B515-66633B82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DEMO 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75E6F-F61C-41C8-8F3E-D992F305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685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complete parking demo is one NFC tap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23928-BF3F-42C1-A0CF-6698A06E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695450" cy="34480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9B010-8FED-4404-9160-08219444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543050" cy="32956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6ab956ad649d7"/>
          <a:stretch xmlns:a="http://schemas.openxmlformats.org/drawingml/2006/main"/>
        </p:blipFill>
        <p:spPr>
          <a:xfrm xmlns:a="http://schemas.openxmlformats.org/drawingml/2006/main">
            <a:off x="838933" y="1924050"/>
            <a:ext cx="1503485" cy="3257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CE6BF-3CFC-4066-A90F-7D2EE2F5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Top-up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74972-A115-4833-AB4E-826C8282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28800"/>
            <a:ext cx="1695450" cy="34480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4D294-86E6-45F1-912D-B4C17065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05000"/>
            <a:ext cx="1543050" cy="32956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a0ddbce554ac9"/>
          <a:stretch xmlns:a="http://schemas.openxmlformats.org/drawingml/2006/main"/>
        </p:blipFill>
        <p:spPr>
          <a:xfrm xmlns:a="http://schemas.openxmlformats.org/drawingml/2006/main">
            <a:off x="3029683" y="1924050"/>
            <a:ext cx="1503485" cy="3257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DAE92-3968-4D16-90AC-10D9C32C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530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Check-in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B7331-EDD3-41F5-AE99-435C0408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28800"/>
            <a:ext cx="1695450" cy="34480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FF00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E3CB3-639D-473F-B548-252855B3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05000"/>
            <a:ext cx="1543050" cy="32956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1839792e14770"/>
          <a:stretch xmlns:a="http://schemas.openxmlformats.org/drawingml/2006/main"/>
        </p:blipFill>
        <p:spPr>
          <a:xfrm xmlns:a="http://schemas.openxmlformats.org/drawingml/2006/main">
            <a:off x="5220433" y="1924050"/>
            <a:ext cx="1503485" cy="3257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F2A04-B632-44D0-9AE0-71F632A1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530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Check-out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42EC9-EDED-4F86-99EC-F67A3A85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28800"/>
            <a:ext cx="1695450" cy="34480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9BA58-4C43-45FD-9185-F6489AE1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05000"/>
            <a:ext cx="1543050" cy="32956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eb9b0e29f4528"/>
          <a:stretch xmlns:a="http://schemas.openxmlformats.org/drawingml/2006/main"/>
        </p:blipFill>
        <p:spPr>
          <a:xfrm xmlns:a="http://schemas.openxmlformats.org/drawingml/2006/main">
            <a:off x="7411183" y="1924050"/>
            <a:ext cx="1503485" cy="32575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D4A80-8F4C-46EF-834C-4F4CBA52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530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Inspect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9FCDB-F7D3-4F9F-8C66-8393DA2C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407F1-3509-4620-AA63-4C56D962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E2FBC-BD59-4F77-AA20-E9BE6D8A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81675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006B77-2546-4D7A-881D-8A7F1EEF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Register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B497A8-8B75-41EA-97FE-33C9AB2C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76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D402E7-DB8A-4F99-91B4-6A5EE6CF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7150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8CF3A0-2A4D-4AE3-B068-967A1232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781675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A67BBA-7A1F-4BFE-9FB8-D5A6FB54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981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Top-up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F00C35-3343-4569-8EEE-621859CB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76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E18BA6-6158-407D-85EA-CD236555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7150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F1C371-F5B6-4A0B-9247-7B546B5A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781675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FE6B2A-CC50-4258-A07C-504B2DC1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981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Check-in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ED3E7E-32DE-43B8-872B-A023F5A7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76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3C63B1-9E85-4478-A7A9-1D9245B0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7150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A4FDDA-0579-44BD-B8CA-823F0936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81675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2F3EF9-A472-408E-BBFA-A044697F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981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Check-out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8B97E9-8D2C-4649-B630-6B012D27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76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889873-C36D-4E2A-A7D6-CE4321E5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150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0E607D-B003-4CFF-A6AB-DF0D9331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81675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D6FDC0-F0A1-4F4A-BEF5-544C0ED3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81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Inspect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ED8A3E-35ED-405B-A35A-63ED22BE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676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F9D9B1-58E7-4A24-84F2-2CA17721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15000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BC6875-0B94-4F95-BC14-D5B2FEBF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81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Opaque read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E54028-BCB4-47C5-BB71-D1EF7846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3f0326fa84d5b"/>
          <a:stretch xmlns:a="http://schemas.openxmlformats.org/drawingml/2006/main"/>
        </p:blipFill>
        <p:spPr>
          <a:xfrm xmlns:a="http://schemas.openxmlformats.org/drawingml/2006/main">
            <a:off x="10172700" y="285750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DD5A01-58F2-4AC7-9505-66546B87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Rp 2.000 / started hour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F0006F-270A-40AA-9D0F-6016E379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408514-C29D-471F-A9C9-7E3E7B3B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rPr>
              <a:t>Membership Benefit Card assessment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3D7A06-2917-4F1B-B54F-B162F18E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39093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AEFA47-70B5-4F51-86D2-AB0E4961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2DC92-30C2-4A74-8C4D-565A154F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08D97-7E5C-45C0-B699-A6342233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23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F4BB5-69ED-4303-8AF6-1AF65101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-Silent Shield">
            <a:extLst xmlns:a="http://schemas.openxmlformats.org/drawingml/2006/main">
              <a:ext uri="{FF2B5EF4-FFF2-40B4-BE49-F238E27FC236}">
                <a16:creationId xmlns:a16="http://schemas.microsoft.com/office/drawing/2014/main" id="{E823D714-C7A7-4752-BE83-987DB490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SILENT SHIELD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1890A-6E70-439A-8723-221F0A6D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Generic NFC readers see an opaque MBC1 payload, not member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03279-9872-4631-A10C-8C190547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7716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7db13d22748b8">
            <a:extLst>
              <a:ext uri="{96DAC541-7B7A-43D3-8B79-37D633B846F1}">
                <asvg:svgBlip xmlns:asvg="http://schemas.microsoft.com/office/drawing/2016/SVG/main" r:embed="R0646211ddd0b47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7813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698D1-C7AF-4DC1-BE4A-81A9D251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Card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1D58F-FE80-4A5D-9D93-B07CD529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242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MbcCard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C0465-09C5-4EF8-884B-2CE1208D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575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bd06882a34bb8">
            <a:extLst>
              <a:ext uri="{96DAC541-7B7A-43D3-8B79-37D633B846F1}">
                <asvg:svgBlip xmlns:asvg="http://schemas.microsoft.com/office/drawing/2016/SVG/main" r:embed="R8a19b61418d141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95575" y="2952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B21BB-651B-42D2-92AE-662D55E6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90800"/>
            <a:ext cx="17716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395c3c6b44dac">
            <a:extLst>
              <a:ext uri="{96DAC541-7B7A-43D3-8B79-37D633B846F1}">
                <asvg:svgBlip xmlns:asvg="http://schemas.microsoft.com/office/drawing/2016/SVG/main" r:embed="R2c308d0b92e24e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28950" y="27813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1961F-7779-4136-BA5E-BDAFDFBE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051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Compact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E83F8-DAFF-4DE5-9E8D-0B8F0E7A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242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small field names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0742A-B1CE-4110-BCF4-CA5ED67F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bd4cf5ecb4b55">
            <a:extLst>
              <a:ext uri="{96DAC541-7B7A-43D3-8B79-37D633B846F1}">
                <asvg:svgBlip xmlns:asvg="http://schemas.microsoft.com/office/drawing/2016/SVG/main" r:embed="Re333aea46e6044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29175" y="2952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815C0-AE0E-4868-918E-2A8FCBF3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90800"/>
            <a:ext cx="17716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0025"/>
          </a:solidFill>
          <a:ln xmlns:a="http://schemas.openxmlformats.org/drawingml/2006/main" w="11430">
            <a:solidFill>
              <a:srgbClr val="FF0025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edee17b0441d2">
            <a:extLst>
              <a:ext uri="{96DAC541-7B7A-43D3-8B79-37D633B846F1}">
                <asvg:svgBlip xmlns:asvg="http://schemas.microsoft.com/office/drawing/2016/SVG/main" r:embed="R717f6dba822945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62550" y="27813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AFBC5-2023-4369-8EA6-74FC4DC8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051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AES-GCM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3C51DD-1EB4-404E-ACE8-897D5D12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242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fresh IV + auth tag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A59C2A-BDAB-494E-9B7E-3377F48E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75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d45ab67b74405">
            <a:extLst>
              <a:ext uri="{96DAC541-7B7A-43D3-8B79-37D633B846F1}">
                <asvg:svgBlip xmlns:asvg="http://schemas.microsoft.com/office/drawing/2016/SVG/main" r:embed="Radd391df4e294d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62775" y="2952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B7A6F-A043-4BC4-87B1-AFD8D27D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90800"/>
            <a:ext cx="17716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0ca648d724559">
            <a:extLst>
              <a:ext uri="{96DAC541-7B7A-43D3-8B79-37D633B846F1}">
                <asvg:svgBlip xmlns:asvg="http://schemas.microsoft.com/office/drawing/2016/SVG/main" r:embed="R28ebefecbf0b48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96150" y="27813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614F5F-8C68-4D72-A3D7-86DBE133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MBC1 envelope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0C8627-0836-470E-892C-1ABC3122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242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versioned payload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838F98-4B97-4CED-8103-2232839B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575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7b1b93f6842fb">
            <a:extLst>
              <a:ext uri="{96DAC541-7B7A-43D3-8B79-37D633B846F1}">
                <asvg:svgBlip xmlns:asvg="http://schemas.microsoft.com/office/drawing/2016/SVG/main" r:embed="R565e1439950a4c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96375" y="2952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549985-5F47-441C-8736-C4285C52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7716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0bbdecef7413f">
            <a:extLst>
              <a:ext uri="{96DAC541-7B7A-43D3-8B79-37D633B846F1}">
                <asvg:svgBlip xmlns:asvg="http://schemas.microsoft.com/office/drawing/2016/SVG/main" r:embed="R7af5edd4e97e49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29750" y="27813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BC2CDE-7DD8-421B-9A05-0207906C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051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NTAG215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BDDC9E-7891-419B-A904-58762E32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242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NDEF write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6ED1DC-8A48-4E40-90F3-9C5D9672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5cd0b6594429b">
            <a:extLst>
              <a:ext uri="{96DAC541-7B7A-43D3-8B79-37D633B846F1}">
                <asvg:svgBlip xmlns:asvg="http://schemas.microsoft.com/office/drawing/2016/SVG/main" r:embed="R46f2bec0ab914a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48958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3340B9-39B9-46AE-9E17-82E20AC5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815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Generic reader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E670CB-38D9-4DF8-9807-2D8E04E6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054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opaque binary only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DBDF40-58A3-4898-8015-3DEE45CB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77e22387f497a">
            <a:extLst>
              <a:ext uri="{96DAC541-7B7A-43D3-8B79-37D633B846F1}">
                <asvg:svgBlip xmlns:asvg="http://schemas.microsoft.com/office/drawing/2016/SVG/main" r:embed="R709847ea94064b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9600" y="48958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D521E2-B611-4971-BE52-CFD41E88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815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Balance edit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E6D87F-FCB4-4895-B265-69F25271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054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auth tag fails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F5E9D3-A8B9-4827-92F5-281AAE9F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62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f499be8964db1">
            <a:extLst>
              <a:ext uri="{96DAC541-7B7A-43D3-8B79-37D633B846F1}">
                <asvg:svgBlip xmlns:asvg="http://schemas.microsoft.com/office/drawing/2016/SVG/main" r:embed="Rcdf8f5ff4dde43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62850" y="48958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8AB9D6-539B-44A5-8073-6A8E20EB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Replay/copy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A7D4BE-042D-4985-9940-7DFB412C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fresh IV per write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40466D-B57F-49E4-892C-D87493FD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742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6b4995ccb4ba5"/>
          <a:stretch xmlns:a="http://schemas.openxmlformats.org/drawingml/2006/main"/>
        </p:blipFill>
        <p:spPr>
          <a:xfrm xmlns:a="http://schemas.openxmlformats.org/drawingml/2006/main">
            <a:off x="10306050" y="8191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1630D1-AAA9-4E00-87DE-A3F19940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D13285-43F0-4BA1-8FA2-FA608800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rPr>
              <a:t>Silent Shield: AES-256-GCM with MBC1 envelope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1945CB-C2B7-486A-BF9C-1F611942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781961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577917-642B-44B7-B81D-9BFFAA56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6B0EA-4165-4384-8AE8-D84BF583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55F7D-8241-4368-82DD-4CC56E1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Payload proof">
            <a:extLst xmlns:a="http://schemas.openxmlformats.org/drawingml/2006/main">
              <a:ext uri="{FF2B5EF4-FFF2-40B4-BE49-F238E27FC236}">
                <a16:creationId xmlns:a16="http://schemas.microsoft.com/office/drawing/2014/main" id="{D33E8083-CFF1-4F0A-8616-A8D500A1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PAYLOAD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1E439-E2A6-468E-8664-691712D8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encrypted payload fits NTAG215 with 25% headroom.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FDE0B-A2B4-4FFA-AFAB-6F7D129A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8001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6222F-3292-44AF-9650-FABA3D4A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60293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0FB39-4C05-491B-A28E-0D036B70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19716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2424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B0B4A-4885-4528-994F-9BC2637E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362B encrypted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4B93F-6CD8-40FE-8F5F-4440CBB9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118B margin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D94F8-2129-4EAB-940B-D16E9C9E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480B usable NDEF 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A7CB0-233E-4A1B-B8D1-7EB88A41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AD8E5-FA7B-4646-9861-044CED0E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MBC1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E706F-BC87-408E-8C77-3C201E10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6A6B3-30A4-4445-A165-BE3288AC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434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8C96E-6073-4B73-BDD2-5C16EBF3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577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6E5C7-D311-47F6-A07A-68C6E42B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863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1B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A3128-A82A-47D4-BFCD-1237D0CB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434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919FA-44D5-4AA9-AC30-A44EFDA3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577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9666D-AECC-4BD4-97FA-3B646230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863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1B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3097F-002B-49BA-855D-E6B7338D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434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E208D-D646-4186-95BB-009C54B0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577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Algo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5FC96-8D72-4271-9EEA-7FF00AAA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863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1B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52296-3451-4AE5-88E6-DD732AEA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8D82F-551C-44BE-ABEB-805227B7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577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E5F24-F585-40BB-9BE0-F6A3BA96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63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12B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1A08C5-70C5-405D-9288-77B3C7DE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434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9C4F7E-3F47-4F11-BDC6-04E6462D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577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4496B-DFB3-4430-BE79-7AFA0289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863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16B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C44FD8-5F9D-46EA-852A-31BB9D64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434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DFD228-4B87-4B1E-AB77-F85F3656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577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Ciphertext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7AA39A-F196-4209-87AC-F8004A60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var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3E7196-222F-4F3F-B36C-BA31FC2B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38350"/>
            <a:ext cx="1314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72EE3B-69E7-4148-A85B-BCE16B31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7170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504B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9D129E-8707-4D22-91FB-887A8D28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NTAG215 raw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F6355E-7F9F-4418-A7E3-1C6B6412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314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FA527C-C09A-4715-B9E4-BE7E3CBF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480B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E9A366-6016-4350-B658-AC2578C4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385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NDEF usable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DDC681-2C27-4059-B9C1-F743C2A4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71950"/>
            <a:ext cx="1314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1D3B93-2F68-4961-83A2-0F55A1EE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0530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25%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DAE023-CC29-4C60-BB6C-7938F6C8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053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safety margin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0F7F4F-776C-42FE-8C52-A44B7713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D00C4C-A856-467D-88E4-19C1D69D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rPr>
              <a:t>Membership Benefit Card assessment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11B166-E8ED-4082-9564-A9FBB011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0936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63F2DD-502C-4176-AEFD-C32034C5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B296B-AD28-4AA5-8AAC-CC5715E6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FB707-80BF-48CD-8F4B-0B95F9A7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23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F7621-4615-4306-9080-57CCAE13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-Architecture">
            <a:extLst xmlns:a="http://schemas.openxmlformats.org/drawingml/2006/main">
              <a:ext uri="{FF2B5EF4-FFF2-40B4-BE49-F238E27FC236}">
                <a16:creationId xmlns:a16="http://schemas.microsoft.com/office/drawing/2014/main" id="{F2953CC0-CC57-4964-BAA7-6D8A95B8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54109-B279-4359-8FD6-A6EF9BB5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334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Clean Architecture keeps business rules safe at the center.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51522-7501-4D62-8CB2-AA40E32E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8953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42D1C-E66C-49D6-ABBC-EBA720F2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80274-339A-4E89-8602-63853E83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Role screens, Signal UI, Zustand stores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9A512-53B0-45C9-9060-6567F5EE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43250"/>
            <a:ext cx="7810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EAD6B-6F08-4672-9D60-28D0F040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95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AAAC9-AD3F-4FA0-89DE-31B60842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Register, top-up, check-in, check-out, inspect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37F43-FD85-41F0-9966-9C824E33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76700"/>
            <a:ext cx="6667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0025"/>
          </a:solidFill>
          <a:ln xmlns:a="http://schemas.openxmlformats.org/drawingml/2006/main" w="11430">
            <a:solidFill>
              <a:srgbClr val="FF00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25CDE-409D-4B89-A852-53E98674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29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90095-8F35-466F-8DFC-108ED887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MbcCard, TariffCalculator, CardStatePolicy, interfaces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90C90-12AB-460C-8181-710B6363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7810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E7671-2C9F-4733-B123-D848B4F2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959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Infrastructure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2EDEA-BB73-4C34-8E24-2A43E63C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340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NFC reader/writer, Silent Shield codec, SQLite ledger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54e7707004a5a">
            <a:extLst>
              <a:ext uri="{96DAC541-7B7A-43D3-8B79-37D633B846F1}">
                <asvg:svgBlip xmlns:asvg="http://schemas.microsoft.com/office/drawing/2016/SVG/main" r:embed="R06ebec11b0fa42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76875" y="295275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feb5849824c58">
            <a:extLst>
              <a:ext uri="{96DAC541-7B7A-43D3-8B79-37D633B846F1}">
                <asvg:svgBlip xmlns:asvg="http://schemas.microsoft.com/office/drawing/2016/SVG/main" r:embed="R1d593fe187f84b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76875" y="38862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bbf9f0d204d65">
            <a:extLst>
              <a:ext uri="{96DAC541-7B7A-43D3-8B79-37D633B846F1}">
                <asvg:svgBlip xmlns:asvg="http://schemas.microsoft.com/office/drawing/2016/SVG/main" r:embed="R5ddaf3386cf74c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76875" y="4876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6240D-5983-40EB-B7DD-E12D6E23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04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002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0025"/>
                </a:solidFill>
                <a:latin typeface="Avenir Next"/>
                <a:ea typeface="Avenir Next"/>
                <a:cs typeface="Avenir Next"/>
              </a:rPr>
              <a:t>Dependency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38D07-8A2E-4073-B0E0-889FFB5F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097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Outer code depends inward.</a:t>
            </a:r>
          </a:p>
          <a:p xmlns:a="http://schemas.openxmlformats.org/drawingml/2006/main">
            <a:pPr algn="l">
              <a:defRPr sz="97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The domain does not know NFC, SQLite, or React Native.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D7BB52-F94C-4DC1-B997-64D212AC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69143-408D-4E46-8417-5FBFF88F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rPr>
              <a:t>Membership Benefit Card assessment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21978-D52A-492E-8E38-B8953CD0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03343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C8AAE3-D964-4DEF-B4EE-E58E9627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8A127-4E4F-415F-A686-BC554386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C0C8E-BF3E-4A52-85CF-28A59B02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Quality proof">
            <a:extLst xmlns:a="http://schemas.openxmlformats.org/drawingml/2006/main">
              <a:ext uri="{FF2B5EF4-FFF2-40B4-BE49-F238E27FC236}">
                <a16:creationId xmlns:a16="http://schemas.microsoft.com/office/drawing/2014/main" id="{D787BA42-0CCA-479B-9E4D-05E61E15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QUALITY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07163-D4FC-4329-BD29-B7EEE436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444+ tests run without NFC hardware because hardware sits behind interfaces.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BDEFF-B047-4200-A5CF-AE5BEF27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866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BDEFC-D304-495D-A26C-9B1473BA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444+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94394-3DB7-4098-B525-A378B2E1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automated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07CB1-258C-4460-9A7E-6420781F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05050"/>
            <a:ext cx="1676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C5E16-75FB-4A07-92BA-0C9ACA30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3840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B7608-DFDC-4B43-BDBA-A7E39DF5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384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test suites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B3BD9-15EA-4B25-8AE3-F745567B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05050"/>
            <a:ext cx="1866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B4898-43AE-45B5-ADE3-3CCD4859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384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D2A13-BE88-466E-BF17-38A4F0C4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384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line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8DA44-CF4F-4534-B4A1-2717D405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05050"/>
            <a:ext cx="1866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32B33-7B2C-4084-A8B7-92254B26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384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64E4D-E279-495D-8270-41470948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384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audit vulnerabilities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2831E-E611-4CF9-AF7C-F1D46221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2590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69e6ef23b4d69">
            <a:extLst>
              <a:ext uri="{96DAC541-7B7A-43D3-8B79-37D633B846F1}">
                <asvg:svgBlip xmlns:asvg="http://schemas.microsoft.com/office/drawing/2016/SVG/main" r:embed="Rf345bc177d6c4a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44196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0FF5C-C944-48F3-8BF4-F2C0D29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4340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516E9-CA9E-4785-830D-D04F7FCD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depend on domain interfaces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504DA-38FA-47CC-8FEC-4951B07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148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50ccc090d4a45">
            <a:extLst>
              <a:ext uri="{96DAC541-7B7A-43D3-8B79-37D633B846F1}">
                <asvg:svgBlip xmlns:asvg="http://schemas.microsoft.com/office/drawing/2016/SVG/main" r:embed="R1e9fd50e26cb4b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0075" y="46101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E2FF3-58E9-4C67-9A0D-405F068D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29100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0025"/>
          </a:solidFill>
          <a:ln xmlns:a="http://schemas.openxmlformats.org/drawingml/2006/main" w="11430">
            <a:solidFill>
              <a:srgbClr val="FF002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f245396b54485">
            <a:extLst>
              <a:ext uri="{96DAC541-7B7A-43D3-8B79-37D633B846F1}">
                <asvg:svgBlip xmlns:asvg="http://schemas.microsoft.com/office/drawing/2016/SVG/main" r:embed="Rd083400e6b5d45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10150" y="44196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82578B-2FF9-480C-B920-C4795CE9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43400"/>
            <a:ext cx="2114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MbcCardRepository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D8A699-1578-4FDA-A017-D1C5D8EB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62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same contract in test and prod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6CF5DD-91C2-4CAF-A9B1-C1AC956D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ab6bb2e0c461a">
            <a:extLst>
              <a:ext uri="{96DAC541-7B7A-43D3-8B79-37D633B846F1}">
                <asvg:svgBlip xmlns:asvg="http://schemas.microsoft.com/office/drawing/2016/SVG/main" r:embed="R8a50e287a79b43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34375" y="46101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8523C6-1BC5-46A0-9F48-2CE9434F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48100"/>
            <a:ext cx="2266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AD1C89-4120-4A1A-A145-F0BB063A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19650"/>
            <a:ext cx="2266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f1fa35c2e4d6d">
            <a:extLst>
              <a:ext uri="{96DAC541-7B7A-43D3-8B79-37D633B846F1}">
                <asvg:svgBlip xmlns:asvg="http://schemas.microsoft.com/office/drawing/2016/SVG/main" r:embed="Ra15c5fa5edfa47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29700" y="40576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F82AAE-C659-4075-97BC-51596F54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00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Mock repo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F9CE70-B437-4A04-8FC9-EF993273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86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CI without tag hardware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7f95bfe344ddb">
            <a:extLst>
              <a:ext uri="{96DAC541-7B7A-43D3-8B79-37D633B846F1}">
                <asvg:svgBlip xmlns:asvg="http://schemas.microsoft.com/office/drawing/2016/SVG/main" r:embed="R2c48ecafc9e246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29700" y="50292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65ED9C-F570-40AC-A92E-BD5372B0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720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Real repo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3F9A20-6076-4C49-A817-C9BBF6DD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257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device validation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900B57-DAAE-476C-9C1C-4764B734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7335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46704A-F5E5-4014-A6C4-91404862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9775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SonarCloud passed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627CF6-0A5F-41E9-B8A8-28A0B3D8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5310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4983B4-A9CC-4DFD-A821-9C346C7C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8197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A- code audit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66D5B4-91AD-4F9F-881C-763FCF38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753100"/>
            <a:ext cx="1524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FD6B69-359A-48B8-AE64-5E9E8D60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197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99% thresholds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22EDE6-3B0F-4499-AC94-23E01381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29285E-B05D-4967-9B17-ECDBED2A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rPr>
              <a:t>Membership Benefit Card assessment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28BC07-82AD-423F-BCE9-EBF55BB5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092905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10FFB-337E-4881-A2D0-D721BF8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E1170-EFE8-4889-AC15-F39BAD31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1513C-5BD6-4679-B4FD-4E1DCF2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23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C7119-EDD3-4FA7-9C7D-0A34D5C3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-Deployment">
            <a:extLst xmlns:a="http://schemas.openxmlformats.org/drawingml/2006/main">
              <a:ext uri="{FF2B5EF4-FFF2-40B4-BE49-F238E27FC236}">
                <a16:creationId xmlns:a16="http://schemas.microsoft.com/office/drawing/2014/main" id="{CE001E63-8FBE-4660-AB8A-A90C49BB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31793-9CD3-4352-BD65-0B17FD76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Release flow blocks risky changes before Firebase distribution.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68A4F-D1EE-4280-9863-87FD3A87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057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a8a2748114f12">
            <a:extLst>
              <a:ext uri="{96DAC541-7B7A-43D3-8B79-37D633B846F1}">
                <asvg:svgBlip xmlns:asvg="http://schemas.microsoft.com/office/drawing/2016/SVG/main" r:embed="Rd94699062b6747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" y="25717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3E0E4-BBB8-4255-BA7D-5B169219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95550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feature/*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BB02E-DA0C-4172-B299-BDA2F889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implementation branch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7EB4A-4487-4620-8A15-F49DD114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670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b245b02544b0a">
            <a:extLst>
              <a:ext uri="{96DAC541-7B7A-43D3-8B79-37D633B846F1}">
                <asvg:svgBlip xmlns:asvg="http://schemas.microsoft.com/office/drawing/2016/SVG/main" r:embed="Re72bc0b2a2784c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81375" y="27622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96684-68A4-4A3C-B48C-164AE155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2057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0025"/>
          </a:solidFill>
          <a:ln xmlns:a="http://schemas.openxmlformats.org/drawingml/2006/main" w="11430">
            <a:solidFill>
              <a:srgbClr val="FF002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7309928c14bd7">
            <a:extLst>
              <a:ext uri="{96DAC541-7B7A-43D3-8B79-37D633B846F1}">
                <asvg:svgBlip xmlns:asvg="http://schemas.microsoft.com/office/drawing/2016/SVG/main" r:embed="R1bd511fb4a9340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05250" y="25717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4D6AC-01C8-4877-BDDE-47CE660F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develop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6E746-A7E6-490A-B9C1-A3DE59DF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PR-only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E9BD9-01A3-41E2-9A0B-023F1F69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670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23877e4884030">
            <a:extLst>
              <a:ext uri="{96DAC541-7B7A-43D3-8B79-37D633B846F1}">
                <asvg:svgBlip xmlns:asvg="http://schemas.microsoft.com/office/drawing/2016/SVG/main" r:embed="R6249835d2b5544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76975" y="27622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633A5-7035-4C75-9D6A-F1F8A62B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2057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8a16fa3bc4538">
            <a:extLst>
              <a:ext uri="{96DAC541-7B7A-43D3-8B79-37D633B846F1}">
                <asvg:svgBlip xmlns:asvg="http://schemas.microsoft.com/office/drawing/2016/SVG/main" r:embed="Rf0c920b13eff42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00850" y="25717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B587A5-B54F-4A73-B3E3-622DB9E2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95550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97FA4-E66B-43E1-8600-35157FDB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146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manual release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29135C-72AD-4DAD-8749-7734E3BD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670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335f0f5c147bc">
            <a:extLst>
              <a:ext uri="{96DAC541-7B7A-43D3-8B79-37D633B846F1}">
                <asvg:svgBlip xmlns:asvg="http://schemas.microsoft.com/office/drawing/2016/SVG/main" r:embed="Ree6dce7ae7fe48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72575" y="27622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D5DFA-529C-40C4-8008-8B4B48D8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057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36363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f8367cc854837">
            <a:extLst>
              <a:ext uri="{96DAC541-7B7A-43D3-8B79-37D633B846F1}">
                <asvg:svgBlip xmlns:asvg="http://schemas.microsoft.com/office/drawing/2016/SVG/main" r:embed="R431a3d929c694f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96450" y="25717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A757B6-E91E-4BEC-91F1-C27B82A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1314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Firebase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88BF49-201A-46DB-B2FC-5D931B96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146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tester distribution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ACFB94-2FF0-4FE3-BA21-31986A47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1504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66B826-39AF-40A8-9F00-C8643E24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Unit 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C09BF7-76C5-4F2B-A446-C30F3313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Jest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57CFED-713D-4C6D-B83E-59F7620B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38650"/>
            <a:ext cx="1504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DB56AC-F3A2-46A8-91AE-9801570A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101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414F80-49DE-42B9-9B48-D78CF9EE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387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code style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CE9864-2DEA-4880-B710-8DF9D469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38650"/>
            <a:ext cx="1504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935E5D-FA32-4AF8-8F7F-8232309B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Vuln scan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B12543-97C9-4B2A-A4C4-8AEF4A5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387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npm audit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DFDE17-4728-47B7-96A4-1CFCB84B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38650"/>
            <a:ext cx="1504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B251F5-1B2E-4CEE-88C2-D0E1E97F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101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SonarCloud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72769E-DDEA-4985-8E53-7A67A3C6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387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quality gate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251114-8392-43CA-B8EA-F8D2688D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38650"/>
            <a:ext cx="1504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6920C9-6744-4FAA-846F-134412B9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101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Build APK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6CFC19-4429-4313-830A-0AC395AB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387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main only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79DF0D-416C-4AA0-B8D8-041C0E54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PR to develop: quality gate only. Manual dispatch on main: quality gate plus APK distribution.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B815D4-072E-4C8C-A292-25468A13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A3AB0B-5700-411E-A7B4-CD5A62D5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rPr>
              <a:t>Membership Benefit Card assessment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644039-3325-453E-B384-FA373AFF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0739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FEE742-EF60-4517-83D5-5EA6BE0A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008A5-73AE-434B-BB9B-A4190E9B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6F729-DD92-4F1B-929F-3F5E0A6E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-Release readiness">
            <a:extLst xmlns:a="http://schemas.openxmlformats.org/drawingml/2006/main">
              <a:ext uri="{FF2B5EF4-FFF2-40B4-BE49-F238E27FC236}">
                <a16:creationId xmlns:a16="http://schemas.microsoft.com/office/drawing/2014/main" id="{B4915099-6BF6-4A04-BB76-6F65D95B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RELEASE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CC9AE-F12E-40B5-BE43-2B33C564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Submission is ready, with production hardening clearly scoped.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4B27B-D306-44D4-B420-CB51B9C5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23900"/>
            <a:ext cx="2076450" cy="42862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1430">
            <a:solidFill>
              <a:srgbClr val="FF002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67104-5778-4324-84F5-61558D81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00100"/>
            <a:ext cx="1924050" cy="41338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023d0dacc475d"/>
          <a:stretch xmlns:a="http://schemas.openxmlformats.org/drawingml/2006/main"/>
        </p:blipFill>
        <p:spPr>
          <a:xfrm xmlns:a="http://schemas.openxmlformats.org/drawingml/2006/main">
            <a:off x="8324850" y="823913"/>
            <a:ext cx="1885950" cy="40862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03049-AA5E-4D20-8B44-D9C0EEAB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863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Validated checkout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F9CBC-DDD7-400D-AC69-9614C30F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9431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A78CF-ACC1-4136-85CE-ED9513B3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68050-A53E-4ACF-80F3-E1C90A0F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requirements traced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7998A-856E-4139-9948-A29053CE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19431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CD0DF-A45C-42AB-B829-FD0F2300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384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20/20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3382E-FC7C-43BF-B206-BAC84C79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384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risks closed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A09C5-2538-4235-B072-FEE4DE29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9431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AFD6E-EDCD-43DA-86BC-67BCBA0C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D17E1-F400-44C3-BEBE-886BE4C7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device tests 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C316C-8FE2-40B7-B8EB-84B1EB88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05200"/>
            <a:ext cx="19431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D74A60-2CFB-4177-8A7E-2F102446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F94DC-78E7-4930-B9F5-7D853428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386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ADRs documented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F5FA4E-8EE7-440C-BB0D-577D9C32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050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0025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0025"/>
                </a:solidFill>
                <a:latin typeface="Avenir Next"/>
                <a:ea typeface="Avenir Next"/>
                <a:cs typeface="Avenir Next"/>
              </a:rPr>
              <a:t>Production hardening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C9E87-A3F6-4FAC-A68E-2322BB6B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2274C-E939-42E4-9AF3-20808E24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003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HSM / secure enclave keys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A539A-F315-4B75-97A4-417AEA57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05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25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A72D82-FBC9-47E9-9EB0-3CDDA380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57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Fleet key rotation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A5F0B9-5FF3-47FF-92F6-8A60741A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62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5F00EF-FC40-44F0-A6CE-E4B45AC8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14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Optional backend sync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C3B062-A0DB-4B95-B4BE-F5EF2D9D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19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563F86-91A9-485F-8030-D9BA8BBC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71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Operator PIN/login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9237D7-01E4-4CA0-8C9B-D6AB03F5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676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FF002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869BBA-852F-4C1E-BE61-FEC123BD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29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iOS NFC write entitlement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4F432D-1424-41A1-8788-0CDE0151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7029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6363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2BD796-51AA-4A9A-A29A-20A9B82A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Core MVP promise: cooperative member services continue operating offline.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D54A57-AAA0-41C6-B394-57FEAA9D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6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8BF259-476E-4784-A09E-D33B10FF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9CA3AF"/>
                </a:solidFill>
                <a:latin typeface="Avenir Next"/>
                <a:ea typeface="Avenir Next"/>
                <a:cs typeface="Avenir Next"/>
              </a:rPr>
              <a:t>Built from docs/PRESENTATION.md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DD2096-6B42-497A-9FD7-CF958557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7D7D7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6386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2026-05-18T17:45:18.9980000Z</dcterms:created>
  <dcterms:modified xsi:type="dcterms:W3CDTF">2026-05-18T17:45:18.9980000Z</dcterms:modified>
</coreProperties>
</file>